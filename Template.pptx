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9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C8954F-28B2-C4D4-1699-345EE12480D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6045D17-3BA8-DFC2-7A76-2C123212EA4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7E2017-0B1F-4147-FBAA-870B751DDC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6725AB-83C0-4C00-BD04-997E5672CD71}" type="datetimeFigureOut">
              <a:rPr lang="en-IN" smtClean="0"/>
              <a:t>13-04-2026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3D4EE9-9112-8086-1B61-B0C6349CC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752D87-77D8-A027-F538-D1D1B84B75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5A377F-A9E4-46BA-B185-C7E029D0F74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601270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18E5C8-DA93-A586-22E2-CBFC2C541C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DF856F-E02B-D4FB-EF0E-B0DD57E7A0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5E7DA4-1B3D-E3A8-4852-6F79B4C73B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6725AB-83C0-4C00-BD04-997E5672CD71}" type="datetimeFigureOut">
              <a:rPr lang="en-IN" smtClean="0"/>
              <a:t>13-04-2026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31C205-7FB1-0CD3-94C4-834EA223E0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190EE3-7269-0C2F-C552-E71FB04B36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5A377F-A9E4-46BA-B185-C7E029D0F74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763937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5B275F-7663-2E9F-2DC0-9436F3D90F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036328-6FB8-49F2-75BD-49E5AC541E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848F4D-7384-E6F7-0491-7754C2EFA1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6725AB-83C0-4C00-BD04-997E5672CD71}" type="datetimeFigureOut">
              <a:rPr lang="en-IN" smtClean="0"/>
              <a:t>13-04-2026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DB5F83-73A8-81F9-A150-E324420016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5C9142-3D43-904C-75A2-14D2A28F98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5A377F-A9E4-46BA-B185-C7E029D0F74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168695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100C3D-FBBD-FCAF-4C54-B2196D3790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3EE15B-8752-851B-244B-DCE30CC9B22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9A4B906-6565-E408-0CBD-6F9C2B736FA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887825E-A518-D0E1-7F3F-CF0A9232C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6725AB-83C0-4C00-BD04-997E5672CD71}" type="datetimeFigureOut">
              <a:rPr lang="en-IN" smtClean="0"/>
              <a:t>13-04-2026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7F0BB79-D615-0FBE-20AE-F9AA4F47E4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68170B8-BC97-3EAB-9A33-D3891BB7CE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5A377F-A9E4-46BA-B185-C7E029D0F74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543891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1429D2-CE3F-01AF-B684-6D62328C57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BC1A2C-12E6-D4B6-38B8-2C0DCD2776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F522D23-B297-826E-F701-CAF51C3F6C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5503AAD-9FD2-1340-FA92-F3AFE2C9F96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9B142A5-939F-2F73-E15B-F6F06E346EE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A56F8E8-D4AB-B754-56B3-154A658F4D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6725AB-83C0-4C00-BD04-997E5672CD71}" type="datetimeFigureOut">
              <a:rPr lang="en-IN" smtClean="0"/>
              <a:t>13-04-2026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434F6E0-4A84-FA91-C8BA-7D02D56215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95B2BD1-95B2-F2EB-E22F-B992733845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5A377F-A9E4-46BA-B185-C7E029D0F74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258650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560565-7841-78FB-9635-8D479786D1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1BF1609-FB87-2C83-1898-296F6C1ECD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6725AB-83C0-4C00-BD04-997E5672CD71}" type="datetimeFigureOut">
              <a:rPr lang="en-IN" smtClean="0"/>
              <a:t>13-04-2026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C6BC025-FC07-6CEC-F262-0E3481DDC0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0D57471-A645-DBDF-DAA2-083492EC9C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5A377F-A9E4-46BA-B185-C7E029D0F74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466104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BE76F51-9F54-5A9A-10B4-B82750614A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6725AB-83C0-4C00-BD04-997E5672CD71}" type="datetimeFigureOut">
              <a:rPr lang="en-IN" smtClean="0"/>
              <a:t>13-04-2026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5FA7F70-3912-97CE-CD72-3A2D844047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721680-E5D4-AE8F-D5C8-2F7EA48677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5A377F-A9E4-46BA-B185-C7E029D0F74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799983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7C6CAE-B4F8-A990-D621-9815CD57CA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042559-B07C-A96C-FCA1-1E26F58B95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9991D4A-FB40-FBEF-128E-876DA08CA01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3E443F6-5363-67A7-8714-0EE1684E58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6725AB-83C0-4C00-BD04-997E5672CD71}" type="datetimeFigureOut">
              <a:rPr lang="en-IN" smtClean="0"/>
              <a:t>13-04-2026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293DE92-C8ED-906F-F645-593AF8DE8E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DA6A00E-ABE5-EA28-5D90-3D9AAD8BF6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5A377F-A9E4-46BA-B185-C7E029D0F74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944589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C27C4F-4276-980E-D32E-A96C20EDAF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FD10011-B568-E33A-5646-BC67F4EFE8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1570D3C-34E5-C642-9864-8A82D591312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ED36644-0401-DC3A-A336-F351EF8682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6725AB-83C0-4C00-BD04-997E5672CD71}" type="datetimeFigureOut">
              <a:rPr lang="en-IN" smtClean="0"/>
              <a:t>13-04-2026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A3C051-938E-D24E-74BE-93DDE3D88A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A99E44B-19C1-5343-EC6B-ED7B714048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5A377F-A9E4-46BA-B185-C7E029D0F74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939913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684BCF-8333-F252-FB7F-A2F37ECA37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E435417-0639-8F78-5141-31A140420C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EDFC15-F7B7-2EA8-41B1-5F14B6EB75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6725AB-83C0-4C00-BD04-997E5672CD71}" type="datetimeFigureOut">
              <a:rPr lang="en-IN" smtClean="0"/>
              <a:t>13-04-2026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2E7AC7-5C2B-1A62-2690-530300B5D8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17C0E1-43F5-5506-F80E-9048DB8758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5A377F-A9E4-46BA-B185-C7E029D0F74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207159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D0754B7-D34A-46CD-D565-D80F9557997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30864BE-9B80-6E13-7509-969DEC668AF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9C0EC1-4F93-1747-5DF3-620ECC435A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6725AB-83C0-4C00-BD04-997E5672CD71}" type="datetimeFigureOut">
              <a:rPr lang="en-IN" smtClean="0"/>
              <a:t>13-04-2026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38FBA1-94A7-2D1E-41DD-E590DD27AE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8349D7-4494-158B-7B13-8ED43A21B5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5A377F-A9E4-46BA-B185-C7E029D0F74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284080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DCB888F-725F-7D29-F8E2-4C702C323A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FE26F6-D35B-1EA7-7787-C0CE12C1C2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FB0659-CF63-A8BB-AE06-1665BC369A5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66725AB-83C0-4C00-BD04-997E5672CD71}" type="datetimeFigureOut">
              <a:rPr lang="en-IN" smtClean="0"/>
              <a:t>13-04-2026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F13E83-4A7A-DBC2-07F2-BB357CF5E99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205B48-F85F-4A04-C019-FB6D505F6F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E5A377F-A9E4-46BA-B185-C7E029D0F74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929822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9045B-F52A-468B-9BE1-65765A5386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4BBB659F-9D2C-305C-69FF-A82EA6A1810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04911222"/>
              </p:ext>
            </p:extLst>
          </p:nvPr>
        </p:nvGraphicFramePr>
        <p:xfrm>
          <a:off x="2468880" y="719666"/>
          <a:ext cx="8130034" cy="22250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56699">
                  <a:extLst>
                    <a:ext uri="{9D8B030D-6E8A-4147-A177-3AD203B41FA5}">
                      <a16:colId xmlns:a16="http://schemas.microsoft.com/office/drawing/2014/main" val="2263228697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3055403393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2627068387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3104178670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1432501152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14411825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30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03138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55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6780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b="1" dirty="0">
                          <a:solidFill>
                            <a:srgbClr val="0070C0"/>
                          </a:solidFill>
                        </a:rPr>
                        <a:t>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b="1" dirty="0">
                          <a:solidFill>
                            <a:srgbClr val="0070C0"/>
                          </a:solidFill>
                        </a:rPr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b="1" dirty="0">
                          <a:solidFill>
                            <a:srgbClr val="0070C0"/>
                          </a:solidFill>
                        </a:rPr>
                        <a:t>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40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453134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b="1" dirty="0">
                          <a:solidFill>
                            <a:srgbClr val="0070C0"/>
                          </a:solidFill>
                        </a:rPr>
                        <a:t>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b="1" dirty="0">
                          <a:solidFill>
                            <a:srgbClr val="0070C0"/>
                          </a:solidFill>
                        </a:rPr>
                        <a:t>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b="1" dirty="0">
                          <a:solidFill>
                            <a:srgbClr val="0070C0"/>
                          </a:solidFill>
                        </a:rPr>
                        <a:t>120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59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65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387147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49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b="1" dirty="0">
                          <a:solidFill>
                            <a:srgbClr val="0070C0"/>
                          </a:solidFill>
                        </a:rPr>
                        <a:t>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b="1" dirty="0">
                          <a:solidFill>
                            <a:srgbClr val="0070C0"/>
                          </a:solidFill>
                        </a:rPr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b="1" dirty="0">
                          <a:solidFill>
                            <a:srgbClr val="0070C0"/>
                          </a:solidFill>
                        </a:rPr>
                        <a:t>125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78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359022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95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11799912"/>
                  </a:ext>
                </a:extLst>
              </a:tr>
            </a:tbl>
          </a:graphicData>
        </a:graphic>
      </p:graphicFrame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FCBFA7FD-916D-B305-A318-04FB0797FB3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75966672"/>
              </p:ext>
            </p:extLst>
          </p:nvPr>
        </p:nvGraphicFramePr>
        <p:xfrm>
          <a:off x="2420702" y="3803903"/>
          <a:ext cx="4041058" cy="1097619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34947">
                  <a:extLst>
                    <a:ext uri="{9D8B030D-6E8A-4147-A177-3AD203B41FA5}">
                      <a16:colId xmlns:a16="http://schemas.microsoft.com/office/drawing/2014/main" val="2392215645"/>
                    </a:ext>
                  </a:extLst>
                </a:gridCol>
                <a:gridCol w="1357889">
                  <a:extLst>
                    <a:ext uri="{9D8B030D-6E8A-4147-A177-3AD203B41FA5}">
                      <a16:colId xmlns:a16="http://schemas.microsoft.com/office/drawing/2014/main" val="4234073684"/>
                    </a:ext>
                  </a:extLst>
                </a:gridCol>
                <a:gridCol w="1348222">
                  <a:extLst>
                    <a:ext uri="{9D8B030D-6E8A-4147-A177-3AD203B41FA5}">
                      <a16:colId xmlns:a16="http://schemas.microsoft.com/office/drawing/2014/main" val="393294765"/>
                    </a:ext>
                  </a:extLst>
                </a:gridCol>
              </a:tblGrid>
              <a:tr h="365873">
                <a:tc>
                  <a:txBody>
                    <a:bodyPr/>
                    <a:lstStyle/>
                    <a:p>
                      <a:r>
                        <a:rPr lang="en-IN" sz="1800" b="1" kern="1200" dirty="0">
                          <a:solidFill>
                            <a:srgbClr val="0070C0"/>
                          </a:solidFill>
                        </a:rPr>
                        <a:t>95</a:t>
                      </a:r>
                      <a:endParaRPr lang="en-IN" sz="1800" b="1" kern="1200" dirty="0">
                        <a:solidFill>
                          <a:srgbClr val="0070C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b="1" dirty="0">
                          <a:solidFill>
                            <a:srgbClr val="0070C0"/>
                          </a:solidFill>
                        </a:rPr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b="1" dirty="0">
                          <a:solidFill>
                            <a:srgbClr val="0070C0"/>
                          </a:solidFill>
                        </a:rPr>
                        <a:t>100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37839538"/>
                  </a:ext>
                </a:extLst>
              </a:tr>
              <a:tr h="365873">
                <a:tc>
                  <a:txBody>
                    <a:bodyPr/>
                    <a:lstStyle/>
                    <a:p>
                      <a:r>
                        <a:rPr lang="en-IN" b="1" dirty="0">
                          <a:solidFill>
                            <a:srgbClr val="0070C0"/>
                          </a:solidFill>
                        </a:rPr>
                        <a:t>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b="1" dirty="0">
                          <a:solidFill>
                            <a:srgbClr val="0070C0"/>
                          </a:solidFill>
                        </a:rPr>
                        <a:t>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IN" sz="1800" b="1" kern="1200" dirty="0">
                          <a:solidFill>
                            <a:srgbClr val="0070C0"/>
                          </a:solidFill>
                        </a:rPr>
                        <a:t>120</a:t>
                      </a:r>
                      <a:endParaRPr lang="en-IN" sz="1800" b="1" kern="1200" dirty="0">
                        <a:solidFill>
                          <a:srgbClr val="0070C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2854286"/>
                  </a:ext>
                </a:extLst>
              </a:tr>
              <a:tr h="365873">
                <a:tc>
                  <a:txBody>
                    <a:bodyPr/>
                    <a:lstStyle/>
                    <a:p>
                      <a:r>
                        <a:rPr lang="en-IN" b="1" dirty="0">
                          <a:solidFill>
                            <a:srgbClr val="0070C0"/>
                          </a:solidFill>
                        </a:rPr>
                        <a:t>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b="1" dirty="0">
                          <a:solidFill>
                            <a:srgbClr val="0070C0"/>
                          </a:solidFill>
                        </a:rPr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b="1" dirty="0">
                          <a:solidFill>
                            <a:srgbClr val="0070C0"/>
                          </a:solidFill>
                        </a:rPr>
                        <a:t>125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698714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865654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58</TotalTime>
  <Words>45</Words>
  <Application>Microsoft Office PowerPoint</Application>
  <PresentationFormat>Widescreen</PresentationFormat>
  <Paragraphs>45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Lishit Vaishnav</dc:creator>
  <cp:lastModifiedBy>Lishit Vaishnav</cp:lastModifiedBy>
  <cp:revision>1</cp:revision>
  <dcterms:created xsi:type="dcterms:W3CDTF">2026-04-13T05:48:49Z</dcterms:created>
  <dcterms:modified xsi:type="dcterms:W3CDTF">2026-04-13T06:47:40Z</dcterms:modified>
</cp:coreProperties>
</file>